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Run-rate scorecard</a:t>
            </a:r>
            <a:endParaRPr sz="3200" b="1" i="0">
              <a:latin typeface="Inter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  <a:gridCol w="1463040"/>
                <a:gridCol w="429768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127000" marR="127000" marT="101600" marB="101600">
                    <a:lnB w="19050">
                      <a:solidFill>
                        <a:srgbClr val="0F172A"/>
                      </a:solidFill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FY25</a:t>
                      </a:r>
                    </a:p>
                  </a:txBody>
                  <a:tcPr marL="127000" marR="127000" marT="101600" marB="101600">
                    <a:lnB w="19050">
                      <a:solidFill>
                        <a:srgbClr val="0F172A"/>
                      </a:solidFill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FY26</a:t>
                      </a:r>
                    </a:p>
                  </a:txBody>
                  <a:tcPr marL="127000" marR="127000" marT="101600" marB="101600">
                    <a:lnB w="19050">
                      <a:solidFill>
                        <a:srgbClr val="0F172A"/>
                      </a:solidFill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Δ YoY</a:t>
                      </a:r>
                    </a:p>
                  </a:txBody>
                  <a:tcPr marL="127000" marR="127000" marT="101600" marB="101600">
                    <a:lnB w="19050">
                      <a:solidFill>
                        <a:srgbClr val="0F172A"/>
                      </a:solidFill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Notes</a:t>
                      </a:r>
                    </a:p>
                  </a:txBody>
                  <a:tcPr marL="127000" marR="127000" marT="101600" marB="101600">
                    <a:lnB w="19050">
                      <a:solidFill>
                        <a:srgbClr val="0F172A"/>
                      </a:solidFill>
                    </a:lnB>
                    <a:solidFill>
                      <a:srgbClr val="4F46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ARR ($M)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110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182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+65%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Outpaces plan by 12 points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NDR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118%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131%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+13pp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Driven by enterprise expand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Gross retention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94%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97%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+3pp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Churn down across all tiers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CAC payback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11 mo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8 mo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−3 mo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Sales efficiency improved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Logo count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412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604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+47%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EU contributed 38% of net-new</a:t>
                      </a:r>
                    </a:p>
                  </a:txBody>
                  <a:tcPr marL="127000" marR="127000" marT="76200" marB="76200"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